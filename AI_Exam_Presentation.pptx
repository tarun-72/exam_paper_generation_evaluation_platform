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70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2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69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38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99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75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43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13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11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52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2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4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AI Exam Generation &amp; Evaluation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Exam Creation, Evaluation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exam creation is time-consuming</a:t>
            </a:r>
          </a:p>
          <a:p>
            <a:r>
              <a:t>Difficulty balancing is inconsistent</a:t>
            </a:r>
          </a:p>
          <a:p>
            <a:r>
              <a:t>Subjective evaluation lacks fairness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question generation</a:t>
            </a:r>
          </a:p>
          <a:p>
            <a:r>
              <a:t>Difficulty-balanced exam creation</a:t>
            </a:r>
          </a:p>
          <a:p>
            <a:r>
              <a:t>Semantic answer evaluation</a:t>
            </a:r>
          </a:p>
          <a:p>
            <a:r>
              <a:t>Teacher override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backend for APIs</a:t>
            </a:r>
          </a:p>
          <a:p>
            <a:r>
              <a:t>SQLAlchemy for database ORM</a:t>
            </a:r>
          </a:p>
          <a:p>
            <a:r>
              <a:t>SQLite for storage</a:t>
            </a:r>
          </a:p>
          <a:p>
            <a:r>
              <a:t>AI models for generation &amp;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Multi-type question generation</a:t>
            </a:r>
          </a:p>
          <a:p>
            <a:r>
              <a:t>Exam session management</a:t>
            </a:r>
          </a:p>
          <a:p>
            <a:r>
              <a:t>Batch answer submission</a:t>
            </a:r>
          </a:p>
          <a:p>
            <a:r>
              <a:t>Auto evaluation +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Questions → Create Exam</a:t>
            </a:r>
          </a:p>
          <a:p>
            <a:r>
              <a:t>Start Exam Session → Student Attempts</a:t>
            </a:r>
          </a:p>
          <a:p>
            <a:r>
              <a:t>Submit Answers → AI Evaluation</a:t>
            </a:r>
          </a:p>
          <a:p>
            <a:r>
              <a:t>Teacher Review →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 stores content &amp; difficulty</a:t>
            </a:r>
          </a:p>
          <a:p>
            <a:r>
              <a:t>ExamSession: tracks exam lifecycle</a:t>
            </a:r>
          </a:p>
          <a:p>
            <a:r>
              <a:t>Submission: stores answers &amp;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Score distribution &amp; performance tracking</a:t>
            </a:r>
          </a:p>
          <a:p>
            <a:r>
              <a:t>Difficulty-based insights</a:t>
            </a:r>
          </a:p>
          <a:p>
            <a:r>
              <a:t>Tab-switch detection</a:t>
            </a:r>
          </a:p>
          <a:p>
            <a:r>
              <a:t>Time tracking for exams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plagiarism detection (cosine similarity)</a:t>
            </a:r>
          </a:p>
          <a:p>
            <a:r>
              <a:t>Async evaluation for scalability</a:t>
            </a:r>
          </a:p>
          <a:p>
            <a:r>
              <a:t>JWT authentication &amp; multi-user support</a:t>
            </a:r>
          </a:p>
          <a:p>
            <a:r>
              <a:t>AI makes exams scalable and consistent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964DC5-1363-D7A7-A568-6E79751316DC}"/>
              </a:ext>
            </a:extLst>
          </p:cNvPr>
          <p:cNvSpPr txBox="1"/>
          <p:nvPr/>
        </p:nvSpPr>
        <p:spPr>
          <a:xfrm>
            <a:off x="934064" y="2142743"/>
            <a:ext cx="7275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767701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</TotalTime>
  <Words>161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Gill Sans MT</vt:lpstr>
      <vt:lpstr>Gallery</vt:lpstr>
      <vt:lpstr>AI Exam Generation &amp; Evaluation Platform</vt:lpstr>
      <vt:lpstr>Problem Statement</vt:lpstr>
      <vt:lpstr>Proposed Solution</vt:lpstr>
      <vt:lpstr>System Architecture</vt:lpstr>
      <vt:lpstr>Core Features</vt:lpstr>
      <vt:lpstr>System Workflow</vt:lpstr>
      <vt:lpstr>Database Design</vt:lpstr>
      <vt:lpstr>Analytics &amp; Integrity</vt:lpstr>
      <vt:lpstr>Future Scope &amp;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Jagannath Panigarahi</dc:creator>
  <cp:keywords/>
  <dc:description>generated using python-pptx</dc:description>
  <cp:lastModifiedBy>Jagannath Panigarahi</cp:lastModifiedBy>
  <cp:revision>3</cp:revision>
  <dcterms:created xsi:type="dcterms:W3CDTF">2013-01-27T09:14:16Z</dcterms:created>
  <dcterms:modified xsi:type="dcterms:W3CDTF">2026-04-30T06:57:45Z</dcterms:modified>
  <cp:category/>
</cp:coreProperties>
</file>